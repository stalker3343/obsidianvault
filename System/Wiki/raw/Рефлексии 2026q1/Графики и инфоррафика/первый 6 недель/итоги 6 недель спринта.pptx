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931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D31B90-F1CC-E192-9B94-66F9EDB01F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643AC5A-9B65-AA8E-5448-31FDA41F51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9515B0-CAFA-9EF5-00D6-5366A71A6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08443-29D5-4BCA-860C-22E40FEA6331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DDC740-B707-7A01-9309-03BF7B195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F4E234-88B9-2013-ECCA-7E85C5AEA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E2295-F97B-4BA1-8480-CA217D80A2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2384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662DB8-A193-D06A-B07B-7E290A301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82499E-163B-EDC4-9842-44FB4C4E0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DFDAFE-2E97-CE00-E081-D4C151427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08443-29D5-4BCA-860C-22E40FEA6331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267ABC-9ACC-5974-16CA-942456ED3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770B80-0044-347A-1531-BAE4D460B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E2295-F97B-4BA1-8480-CA217D80A2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9037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1BE2D1-C12B-359B-E74D-CA7D1551B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CEBB9B-4007-EFB3-B01D-994C7054F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984AD0-9C08-D57A-D544-770029EB4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08443-29D5-4BCA-860C-22E40FEA6331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4D952A-8D49-9410-C68D-20979CE40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37C7BB-99A5-B2DA-8E02-83CA0425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E2295-F97B-4BA1-8480-CA217D80A2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6142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8EA3E9-5B57-BF1F-176B-AC71844BD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4A8136-9DDB-7F9E-58CB-97A527B743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F0B7065-04F5-068F-24D3-146E0A39A5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707C4D-0E36-02A9-1AD0-9E052EB36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08443-29D5-4BCA-860C-22E40FEA6331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221390F-E529-D2D5-D6A7-8BB8E1A01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E95D00B-3B57-EAF3-7B64-D8D7F4D8F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E2295-F97B-4BA1-8480-CA217D80A2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832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A32BCF-5E05-9B09-C96D-F8AFAE63D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BB1C46-70E5-CE40-39E7-EC48B32E4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50748DA-877B-F6B0-D29C-1EC3FB5E0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D16056D-4656-9C1A-082D-33D71387FD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B239F99-A50E-E4DE-D44E-813D9B3501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CC20F23-EB49-FAE3-88C7-04FF85CE6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08443-29D5-4BCA-860C-22E40FEA6331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F7FA3CF-EBB0-C44F-E6EE-B512E2BBB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2BF2A3F-9845-DD32-7DEC-9CEB84954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E2295-F97B-4BA1-8480-CA217D80A2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8877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D4E80-1296-FDC7-F89C-16545BF0D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053985A-0B7F-08D9-BA22-9DDF9FFD2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08443-29D5-4BCA-860C-22E40FEA6331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9909143-AF4A-7C86-DFA3-7DAEB1337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67469BB-6971-AE59-3C4A-FFC44E061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E2295-F97B-4BA1-8480-CA217D80A2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9444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0CE8ED9-C5FF-E477-0441-750D83FE3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08443-29D5-4BCA-860C-22E40FEA6331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4965CA2-5ABA-4663-F411-86B690726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831A1E-935E-AEAC-8F51-CBE4946E9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E2295-F97B-4BA1-8480-CA217D80A2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8603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C04529-961F-EDE2-4A7B-5818ADE25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BF8914-1416-3C2D-C6FC-EEE89B713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03DBDD6-E8FD-64E9-C0BB-116D37BDCB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5B8A471-76A9-EEEB-7FBC-C0E9F186D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08443-29D5-4BCA-860C-22E40FEA6331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9FCE823-20A7-3DC6-18D4-F7A177E56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AD3772-D8A2-4D5A-F1CD-1FD7252C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E2295-F97B-4BA1-8480-CA217D80A2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129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BA0EC-098E-6E24-E6BB-69565668C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D81215F-3FD6-7694-F60E-AA115B5198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A6B4075-1889-F586-467B-BC988D89AE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6DBF84D-0AD8-3767-75B4-ABDC74DC2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08443-29D5-4BCA-860C-22E40FEA6331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9489BE2-BA17-CAD2-2069-C06166CA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D8E3CED-DE30-6808-A780-D9BC8971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E2295-F97B-4BA1-8480-CA217D80A2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889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13557D-0E40-81FB-6E25-02371105D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C535097-31ED-8A0D-581A-E49875CD6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878BB5-D631-F8CB-AC43-1141710D2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08443-29D5-4BCA-860C-22E40FEA6331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A14E1B-02B3-D1F9-72F9-794102E01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B2BD29-A1F6-AD0C-28A5-9A138D5B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E2295-F97B-4BA1-8480-CA217D80A2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8062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28C5A01-BC1F-DE58-53C2-D489F44E9D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052505E-9F2E-99C7-5B1D-EEBC8AD4CB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EE2ADA-C7FD-F35C-040A-49D0D44DE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08443-29D5-4BCA-860C-22E40FEA6331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193112-1EC7-5DD1-BB05-DCBEC5137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DD450B-E67C-168B-4B18-B8C919B21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E2295-F97B-4BA1-8480-CA217D80A2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9207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27529F-699F-364A-D51A-C632211E2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ED9D5A9-AC74-9806-3C0F-9DEC2633C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080FF5-F1D9-8289-E3D4-A35EA7A7D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D08443-29D5-4BCA-860C-22E40FEA6331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6C4A80-53CB-85F7-585B-BA612E9B11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A6EBC8-3D2D-7857-4877-7B54D07F03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0E2295-F97B-4BA1-8480-CA217D80A2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0453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текст, линия, снимок экрана, диаграмма">
            <a:extLst>
              <a:ext uri="{FF2B5EF4-FFF2-40B4-BE49-F238E27FC236}">
                <a16:creationId xmlns:a16="http://schemas.microsoft.com/office/drawing/2014/main" id="{258E697A-8008-2C35-BF3A-E351A51B2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088" y="274220"/>
            <a:ext cx="8417218" cy="6309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589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диаграмма, снимок экрана, Параллельный">
            <a:extLst>
              <a:ext uri="{FF2B5EF4-FFF2-40B4-BE49-F238E27FC236}">
                <a16:creationId xmlns:a16="http://schemas.microsoft.com/office/drawing/2014/main" id="{CC237A06-C238-9926-8F86-C8697FD948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207" y="-561473"/>
            <a:ext cx="9443698" cy="736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783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текст, снимок экрана, веб-страница, Веб-сай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86E9CAD-34CD-E2AC-0932-B20816E67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46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снимок экрана, веб-страница, Веб-сай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DE51E6A-CEC5-2EF9-FEEF-B3BAA97721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524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снимок экрана, Шрифт, чи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7EEE361-321F-C020-DAC1-5E301BC4A0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69" y="56147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687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1D836CB-DE0E-A91A-A81A-6E72FA20E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398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текст, электроника, снимок экрана, круг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D8DD0D8-F85E-067F-87F3-3C65DA6462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-128337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965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текст, электроника, снимок экрана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FBA1685-9EAE-E99B-3808-20D060B996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975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выглядит как текст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A23BB29-8249-87CB-3CEF-84244FED6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280" y="-142240"/>
            <a:ext cx="5923280" cy="888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983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0</Words>
  <Application>Microsoft Office PowerPoint</Application>
  <PresentationFormat>Широкоэкранный</PresentationFormat>
  <Paragraphs>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Artem</dc:creator>
  <cp:lastModifiedBy>Artem</cp:lastModifiedBy>
  <cp:revision>1</cp:revision>
  <dcterms:created xsi:type="dcterms:W3CDTF">2026-02-23T15:30:33Z</dcterms:created>
  <dcterms:modified xsi:type="dcterms:W3CDTF">2026-02-23T19:21:38Z</dcterms:modified>
</cp:coreProperties>
</file>